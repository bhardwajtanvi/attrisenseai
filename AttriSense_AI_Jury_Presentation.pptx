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06B6D4"/>
                </a:solidFill>
              </a:defRPr>
            </a:pPr>
            <a:r>
              <a:t>AttriSense AI</a:t>
            </a:r>
          </a:p>
          <a:p>
            <a:pPr algn="l">
              <a:defRPr sz="2600">
                <a:solidFill>
                  <a:srgbClr val="F8FAFC"/>
                </a:solidFill>
              </a:defRPr>
            </a:pPr>
            <a:r>
              <a:t>Predictive Attrition Intelligence Platform</a:t>
            </a:r>
          </a:p>
          <a:p>
            <a:pPr algn="l">
              <a:defRPr sz="1600" i="1">
                <a:solidFill>
                  <a:srgbClr val="64748B"/>
                </a:solidFill>
              </a:defRPr>
            </a:pPr>
            <a:r>
              <a:t>LTTS Global Hackathon 2026 | Jury Presentation</a:t>
            </a:r>
          </a:p>
        </p:txBody>
      </p:sp>
      <p:pic>
        <p:nvPicPr>
          <p:cNvPr id="3" name="Picture 2" descr="submission_cover_banner_17836024397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1081735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Multi-Agent System Architecture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Google ADK 2.4.0 + Specialist Agent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06B6D4"/>
                </a:solidFill>
              </a:defRPr>
            </a:pPr>
            <a:r>
              <a:t>• Step 1: Telemetry Sensor Network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Aggregates 15 continuous behavioral and work-life telemetry signals via mcp_server.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• Step 2: Sentiment NLP Analyzer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Runs real-time sentiment extraction &amp; disengagement theme detection on employee voice data.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• Step 3: Risk Score Calculator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Processes weights to compile a real-time risk index (0-100%) and categorizes flight risk.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• Step 4: AI Retention Playbook Advisor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Maps risk drivers to corporate mitigation playbooks to synthesize direct action steps.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• Step 5: Security &amp; Privacy Gateway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  Enforces PII redaction, prompt injection defense, and role-based view/edit permissions.</a:t>
            </a:r>
          </a:p>
        </p:txBody>
      </p:sp>
      <p:pic>
        <p:nvPicPr>
          <p:cNvPr id="4" name="Picture 3" descr="workflow_diagram_17836024255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Step 1: Telemetry Sensor Network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Continuous Behavioral Sensing Across 15 Core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6B6D4"/>
                </a:solidFill>
              </a:defRPr>
            </a:pPr>
            <a:r>
              <a:t>• Absenteeism Rate (12%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Identifies sudden increases in unscheduled leave. Warning: &gt;10%, Critical: &gt;15%.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NLP Sentiment Score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Quantifies employee feelings from communications/reviews. Warning: &lt;-0.1, Critical: &lt;-0.3.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Performance Trend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Detects drop-offs in performance ratings. Warning: Declining trend, Critical: Steep drop.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Compensation Gap (10%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Positions salary against market rate percentile. Warning: &lt;40th pct, Critical: &lt;30th pct.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Manager Scorecard (8%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Tracks manager-employee relationship scores. Warning: &lt;6.0, Critical: &lt;5.0.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Promotion Gap (8%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Measures years elapsed since last promotion. Warning: &gt;2 years, Critical: &gt;3 years.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Internal Job Searches (8%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Monitors internal portals for active queries. Warning: &gt;5 searches, Critical: &gt;8 searches.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>
                <a:solidFill>
                  <a:srgbClr val="06B6D4"/>
                </a:solidFill>
              </a:defRPr>
            </a:pPr>
            <a:r>
              <a:t>• Meeting Participation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Tracks active engagement in collaborative work/meetings.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Collaboration Index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Measures cross-team interaction levels and outgoing syncs.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Training Activity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Flags low professional development (Warning: &lt;2 trainings/year).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Recognition &amp; Awards (6%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Identifies employees with zero recognition in the past year.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Location Mismatch (5%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Flags fresher relocations to mismatched locations (High attrition risk).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Cross-Functional Work (3%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Measures exposure to projects outside immediate teams.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• Team Social Engagement (2%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Tracks participation in voluntary out-of-work events.</a:t>
            </a:r>
          </a:p>
          <a:p>
            <a:pPr>
              <a:defRPr sz="1400" b="1">
                <a:solidFill>
                  <a:srgbClr val="EF4444"/>
                </a:solidFill>
              </a:defRPr>
            </a:pPr>
            <a:r>
              <a:t>• 🔥 Signal #15: Weekly Working Hours (5% Weight)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  Added telemetric parameter. Redflags potential burnout from excessive workload. Warning: &gt;48 hours/week, Critical: &gt;55 hours/week.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Step 2 &amp; 3: Sentiment NLP &amp; Risk Indexing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Empathetic Text Processing + Categorical Attrition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2: Sentiment NLP Processing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Real-Time NLP Parsing: </a:t>
            </a:r>
            <a:r>
              <a:t>Evaluates employee written feedback, pulse surveys, and ticket updates.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Numeric Mood Indexing: </a:t>
            </a:r>
            <a:r>
              <a:t>Converts qualitative feedback into a scalar range from -1.0 (Highly Disengaged) to +1.0 (Enthusiastic).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Core Theme Extraction: </a:t>
            </a:r>
            <a:r>
              <a:t>Identifies specific pain points such as 'burnout', 'career_stagnation', 'workload_pressure', or 'manager_friction'.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Contextual Synthesis: </a:t>
            </a:r>
            <a:r>
              <a:t>Enables the Orchestrator to understand the human story behind the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3: Risk Level Classification</a:t>
            </a:r>
          </a:p>
          <a:p>
            <a:pPr>
              <a:defRPr sz="1400" b="1">
                <a:solidFill>
                  <a:srgbClr val="EF4444"/>
                </a:solidFill>
              </a:defRPr>
            </a:pPr>
            <a:r>
              <a:t>🔴 CRITICAL (Score &gt;= 80%)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Action Window: &lt; 3 months. Requires immediate senior HR intervention and salary/overtime audit.</a:t>
            </a:r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🟠 HIGH (Score 60% - 79%)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Action Window: &lt; 6 months. Triggers automated manager check-ins, skip-levels, and workload cap.</a:t>
            </a:r>
          </a:p>
          <a:p>
            <a:pPr>
              <a:defRPr sz="1400" b="1">
                <a:solidFill>
                  <a:srgbClr val="F97316"/>
                </a:solidFill>
              </a:defRPr>
            </a:pPr>
            <a:r>
              <a:t>🟡 MODERATE (Score 35% - 59%)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Action Window: &lt; 12 months. Requires quarterly reviews, skill alignment, and training incentives.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🟢 LOW (Score &lt; 35%)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Stable tier. Monitored on a standard bi-annual 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Step 4 &amp; 5: Retention Playbooks &amp; Security Safeguards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Prescriptive Mitigation + Enterprise Privacy and Governance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4: AI Retention Advisor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Overtime &amp; Hours Playbook: </a:t>
            </a:r>
            <a:r>
              <a:t>Mitigates burnout by enforcing strict weekend caps, shifting loads, or introducing flexi-time.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Compensation Review Playbook: </a:t>
            </a:r>
            <a:r>
              <a:t>Initiates salary percentile benchmarks vs. market averages and prepares business case for increases.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Career Stagnation Playbook: </a:t>
            </a:r>
            <a:r>
              <a:t>Fast-tracks performance appraisals, assigns mentors, and allocates training budgets.</a:t>
            </a:r>
          </a:p>
          <a:p>
            <a:pPr>
              <a:spcAft>
                <a:spcPts val="800"/>
              </a:spcAft>
              <a:defRPr b="1" sz="1200">
                <a:solidFill>
                  <a:srgbClr val="F8FAFC"/>
                </a:solidFill>
              </a:defRPr>
            </a:pPr>
            <a:r>
              <a:t>• Manager Alignment Playbook: </a:t>
            </a:r>
            <a:r>
              <a:t>Initiates skip-level check-ins and offers communication support to the team lead.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Step 5: Security &amp; Privacy Gateways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PII Redaction Engine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Automatically strips employee names, emails, phones, and actual salaries before queries reach the LLM.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Prompt Injection Guardrail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Intercepts adversarial inputs (e.g. 'ignore instructions') and logs them in a security ledger.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Role-Based View Permissions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Enforces distinct workspace boundaries:</a:t>
            </a:r>
            <a:br/>
            <a:r>
              <a:t>- HR Admin: Complete demographics &amp; core data.</a:t>
            </a:r>
            <a:br/>
            <a:r>
              <a:t>- Analyst: Behavioral telemetry &amp; sentiment.</a:t>
            </a:r>
            <a:br/>
            <a:r>
              <a:t>- Manager: Performance feedback &amp; check-ins.</a:t>
            </a:r>
            <a:br/>
            <a:r>
              <a:t>- Employee: Self-service timeline &amp; own metrics only.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AttriSense AI Product Showcase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Working UI: Generalized Logins, Employee Cockpits, and Auditable Timelines</a:t>
            </a:r>
          </a:p>
        </p:txBody>
      </p:sp>
      <p:pic>
        <p:nvPicPr>
          <p:cNvPr id="3" name="Picture 2" descr="dashboard_login_page_1783595805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338328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8521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1. Role-Generalized Portals &amp; Linked Employee Selection List</a:t>
            </a:r>
          </a:p>
        </p:txBody>
      </p:sp>
      <p:pic>
        <p:nvPicPr>
          <p:cNvPr id="5" name="Picture 4" descr="analyst_edit_modal_17835970186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45920"/>
            <a:ext cx="338328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3400" y="58521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2. Role-Aligned Form Permissions (Analyst Modal shown)</a:t>
            </a:r>
          </a:p>
        </p:txBody>
      </p:sp>
      <p:pic>
        <p:nvPicPr>
          <p:cNvPr id="7" name="Picture 6" descr="manager_intervention_timeline_17835972737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645920"/>
            <a:ext cx="33832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5852160"/>
            <a:ext cx="3383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3. Employee Profile &amp; Chronological Intervention Timeline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</a:defRPr>
            </a:pPr>
            <a:r>
              <a:t>Jury Figures, Financial ROI &amp; Future Path</a:t>
            </a:r>
          </a:p>
          <a:p>
            <a:pPr>
              <a:defRPr sz="1600">
                <a:solidFill>
                  <a:srgbClr val="F8FAFC"/>
                </a:solidFill>
              </a:defRPr>
            </a:pPr>
            <a:r>
              <a:t>AttriSense AI: Making the Case to 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Industry Landscape: </a:t>
            </a:r>
            <a:r>
              <a:t>Global IT attrition averages 15% - 20%. LTTS historical attrition hovers around 13% - 18%. Healthy attrition target is 8% - 12%.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Replacing Employee Cost: </a:t>
            </a:r>
            <a:r>
              <a:t>Recruitment, onboarding, productivity loss, and knowledge transfer costs average $10,000 to $15,000 per person.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LTTS Financial ROI Impact: </a:t>
            </a:r>
            <a:r>
              <a:t>For an LTTS-sized base (~23,000 employees) at 15% attrition:
- Exits: ~3,450/year costing $34.5M to $51.75M.
- Retaining just 10% of exiting high-performers translates to annual savings of $3.45M to $5.17M.
- System run cost: under $12,000/year (300x+ ROI!).</a:t>
            </a:r>
          </a:p>
          <a:p>
            <a:pPr>
              <a:spcAft>
                <a:spcPts val="800"/>
              </a:spcAft>
              <a:defRPr b="1" sz="1100">
                <a:solidFill>
                  <a:srgbClr val="F8FAFC"/>
                </a:solidFill>
              </a:defRPr>
            </a:pPr>
            <a:r>
              <a:t>• Model Accuracy: </a:t>
            </a:r>
            <a:r>
              <a:t>Built and calibrated against research achieving up to 95% classification accuracy on attrition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 b="1">
                <a:solidFill>
                  <a:srgbClr val="06B6D4"/>
                </a:solidFill>
              </a:defRPr>
            </a:pPr>
            <a:r>
              <a:t>🔮 Future Steps &amp; Managerial Index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Managerial Influence (16th Parameter)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We plan to feed a new signal measuring a manager's history: standard deviation of attrition rates in their team, average team mood ratings, and historical scorecards.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Automatic Coaching &amp; Training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If a manager's team shows elevated risk flags, the system proactively triggers an internal 'Leadership Development &amp; Management Coaching' program, supporting the manager with skill development rather than penalizing them.</a:t>
            </a:r>
          </a:p>
          <a:p>
            <a:pPr>
              <a:defRPr b="1" sz="1400">
                <a:solidFill>
                  <a:srgbClr val="06B6D4"/>
                </a:solidFill>
              </a:defRPr>
            </a:pPr>
            <a:r>
              <a:t>• Integrations with Corporate HRMS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Connect MCP server natively to Workday, SAP SuccessFactors, and local IT logs (Jira, Git, active hours telemetry) for fully automated, continuous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